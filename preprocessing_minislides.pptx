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robustly find the flyer’s price-label rectangles before OCR.</a:t>
            </a:r>
          </a:p>
          <a:p/>
          <a:p>
            <a:r>
              <a:t>1) Text-oriented preprocessing (src/ocr/pipeline/image_preprocessing.py):</a:t>
            </a:r>
          </a:p>
          <a:p>
            <a:r>
              <a:t>- BGR → grayscale (to_grayscale).</a:t>
            </a:r>
          </a:p>
          <a:p>
            <a:r>
              <a:t>- CLAHE (enhance_contrast): clipLimit=2.0, tile grid 8×8 to boost local contrast without blowing up noise.</a:t>
            </a:r>
          </a:p>
          <a:p>
            <a:r>
              <a:t>- Adaptive Gaussian threshold (adaptive_binarize): block_size=21, C=8 to handle uneven lighting/background.</a:t>
            </a:r>
          </a:p>
          <a:p/>
          <a:p>
            <a:r>
              <a:t>2) Two different morphological outputs are produced:</a:t>
            </a:r>
          </a:p>
          <a:p>
            <a:r>
              <a:t>- morph_text (morph_refine): close (3×3) then open (2×2) to clean small gaps/noise for OCR.</a:t>
            </a:r>
          </a:p>
          <a:p>
            <a:r>
              <a:t>- morph (morph_for_pricebox_detection): designed for detection, not OCR.</a:t>
            </a:r>
          </a:p>
          <a:p>
            <a:r>
              <a:t>  * Invert binary so text becomes white.</a:t>
            </a:r>
          </a:p>
          <a:p>
            <a:r>
              <a:t>  * Dilate horizontally with kernel (9×2) to connect characters into words/prices.</a:t>
            </a:r>
          </a:p>
          <a:p>
            <a:r>
              <a:t>  * Dilate vertically with kernel (2×5) to connect multi-line labels into blocks.</a:t>
            </a:r>
          </a:p>
          <a:p>
            <a:r>
              <a:t>  * Close with kernel (5×5) to fill small holes.</a:t>
            </a:r>
          </a:p>
          <a:p/>
          <a:p>
            <a:r>
              <a:t>3) Color-based candidate generation (preprocess_for_detection / pricebox_detection):</a:t>
            </a:r>
          </a:p>
          <a:p>
            <a:r>
              <a:t>- HSV mask for white boxes + LAB L-channel threshold (bright regions).</a:t>
            </a:r>
          </a:p>
          <a:p>
            <a:r>
              <a:t>- HSV masks for blue regions and dark (text) regions; combine into a text_mask.</a:t>
            </a:r>
          </a:p>
          <a:p>
            <a:r>
              <a:t>- Connected components (cv2.connectedComponentsWithStats) to get candidate rectangles.</a:t>
            </a:r>
          </a:p>
          <a:p>
            <a:r>
              <a:t>- Heuristic filtering (area, rectangularity, aspect ratio, etc.).</a:t>
            </a:r>
          </a:p>
          <a:p>
            <a:r>
              <a:t>- Merge overlaps using IoU clustering (IOU_MERGE_THRESHOLD = 0.3).</a:t>
            </a:r>
          </a:p>
          <a:p/>
          <a:p>
            <a:r>
              <a:t>Result: a small set of bounding boxes (x,y,w,h) that should contain the price tag graphics.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make the pipeline ‘NLP-based’ by separating (a) getting noisy text via OCR from (b) deciding what is the product name via NLP.</a:t>
            </a:r>
          </a:p>
          <a:p/>
          <a:p>
            <a:r>
              <a:t>1) Region selection around the price box (src/ocr/pipeline/ocr_product_text.py):</a:t>
            </a:r>
          </a:p>
          <a:p>
            <a:r>
              <a:t>- The detected box mostly contains the price, not the product title.</a:t>
            </a:r>
          </a:p>
          <a:p>
            <a:r>
              <a:t>- Therefore multiple nearby crops are tested (e.g., left / above / left-above / right), and the best OCR candidate is selected by a scoring heuristic.</a:t>
            </a:r>
          </a:p>
          <a:p/>
          <a:p>
            <a:r>
              <a:t>2) OCR strategy (Tesseract via pytesseract):</a:t>
            </a:r>
          </a:p>
          <a:p>
            <a:r>
              <a:t>- Upscale crop (scale ≈ 3×) with cubic interpolation to help Tesseract on small flyer fonts.</a:t>
            </a:r>
          </a:p>
          <a:p>
            <a:r>
              <a:t>- Convert to grayscale; try Otsu threshold and also an inverted variant (to handle dark/white-on-color cases).</a:t>
            </a:r>
          </a:p>
          <a:p>
            <a:r>
              <a:t>- Run multiple Tesseract page segmentation modes: psm 7 (single line), 6 (block), 4 (column), 11 (sparse).</a:t>
            </a:r>
          </a:p>
          <a:p>
            <a:r>
              <a:t>- Instead of picking one ‘best line’, keep all reasonably clean lines and concatenate them → this becomes the OCR text context.</a:t>
            </a:r>
          </a:p>
          <a:p>
            <a:r>
              <a:t>  (Reason: the true product name might be one line among specs / units / marketing text.)</a:t>
            </a:r>
          </a:p>
          <a:p/>
          <a:p>
            <a:r>
              <a:t>3) NLP product extraction (src/extraction/ner_model.py):</a:t>
            </a:r>
          </a:p>
          <a:p>
            <a:r>
              <a:t>- spaCy German model de_core_news_sm provides tokenization + POS/NER signals.</a:t>
            </a:r>
          </a:p>
          <a:p>
            <a:r>
              <a:t>- Heuristics bias toward: known brands, noun-rich phrases, title-like capitalization, and reject disclaimer-only text.</a:t>
            </a:r>
          </a:p>
          <a:p>
            <a:r>
              <a:t>- If NLP rejects, product_name stays empty (no fallback to ‘full OCR text as product name’).</a:t>
            </a:r>
          </a:p>
          <a:p/>
          <a:p>
            <a:r>
              <a:t>Result: for each price box we store</a:t>
            </a:r>
          </a:p>
          <a:p>
            <a:r>
              <a:t>- full OCR text (context)</a:t>
            </a:r>
          </a:p>
          <a:p>
            <a:r>
              <a:t>- extracted product name (NLP decision)</a:t>
            </a:r>
          </a:p>
          <a:p>
            <a:r>
              <a:t>- price (separate OCR specialized for digits)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for Price-Box Detection (OpenCV)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to grayscale + CLAHE (local contrast)</a:t>
            </a:r>
          </a:p>
          <a:p>
            <a:pPr/>
            <a:r>
              <a:t>Adaptive thresholding → binary text map</a:t>
            </a:r>
          </a:p>
          <a:p>
            <a:pPr/>
            <a:r>
              <a:t>Morphology to connect characters → rectangular blocks</a:t>
            </a:r>
          </a:p>
          <a:p>
            <a:pPr/>
            <a:r>
              <a:t>Color masks (HSV + LAB) + connected components → candidate boxes</a:t>
            </a:r>
          </a:p>
          <a:p>
            <a:pPr/>
            <a:r>
              <a:t>Heuristic filtering + IoU-merge → final price boxes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Price Box → OCR Text → NLP Product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Crop multiple regions around each detected price box</a:t>
            </a:r>
          </a:p>
          <a:p>
            <a:pPr/>
            <a:r>
              <a:t>Run Tesseract with several PSM modes + light binarization</a:t>
            </a:r>
          </a:p>
          <a:p>
            <a:pPr/>
            <a:r>
              <a:t>Keep ALL readable lines (not just one) as OCR text</a:t>
            </a:r>
          </a:p>
          <a:p>
            <a:pPr/>
            <a:r>
              <a:t>spaCy (de_core_news_sm) selects the likely product name from OCR text</a:t>
            </a:r>
          </a:p>
          <a:p>
            <a:pPr/>
            <a:r>
              <a:t>Output includes both full OCR text and extracted product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